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19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6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6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84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67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61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7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96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06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29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21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B563E-8C4E-4FBB-944F-2C5077337A0A}" type="datetimeFigureOut">
              <a:rPr lang="ko-KR" altLang="en-US" smtClean="0"/>
              <a:t>2020-03-29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6A1B1-84DC-4317-AFE7-69F89F24D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7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13905" y="1670858"/>
            <a:ext cx="9102437" cy="232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111432" y="1305099"/>
            <a:ext cx="665018" cy="2660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2693322" y="1670860"/>
            <a:ext cx="241070" cy="59851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0800000">
            <a:off x="3510741" y="1670861"/>
            <a:ext cx="241070" cy="59851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아래쪽 화살표 7"/>
          <p:cNvSpPr/>
          <p:nvPr/>
        </p:nvSpPr>
        <p:spPr>
          <a:xfrm rot="10800000">
            <a:off x="5309061" y="1670861"/>
            <a:ext cx="241070" cy="59851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39289" y="2269377"/>
            <a:ext cx="34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55029" y="2269377"/>
            <a:ext cx="34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471947" y="2281262"/>
            <a:ext cx="34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9135" y="332509"/>
            <a:ext cx="533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일반물리실험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주차 데이터 측정 세부사항 안내</a:t>
            </a:r>
            <a:endParaRPr lang="ko-KR" altLang="en-US" b="1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893521" y="2224243"/>
            <a:ext cx="6172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3718560" y="2224243"/>
            <a:ext cx="1590501" cy="118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85902" y="1904581"/>
            <a:ext cx="832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20cm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4235332" y="1916466"/>
            <a:ext cx="832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5</a:t>
            </a:r>
            <a:r>
              <a:rPr lang="en-US" altLang="ko-KR" sz="1400" dirty="0" smtClean="0"/>
              <a:t>0cm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846510" y="2819805"/>
            <a:ext cx="10001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추걸이의</a:t>
            </a:r>
            <a:r>
              <a:rPr lang="ko-KR" altLang="en-US" sz="1200" dirty="0" smtClean="0"/>
              <a:t> 질량</a:t>
            </a:r>
            <a:r>
              <a:rPr lang="en-US" altLang="ko-KR" sz="1200" dirty="0" smtClean="0"/>
              <a:t>: 3.8g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A: </a:t>
            </a:r>
            <a:r>
              <a:rPr lang="ko-KR" altLang="en-US" sz="1200" dirty="0" smtClean="0"/>
              <a:t>측정 시작 및 출발 지점</a:t>
            </a:r>
            <a:endParaRPr lang="en-US" altLang="ko-KR" sz="1200" dirty="0" smtClean="0"/>
          </a:p>
          <a:p>
            <a:r>
              <a:rPr lang="en-US" altLang="ko-KR" sz="1200" dirty="0" smtClean="0"/>
              <a:t>B: </a:t>
            </a:r>
            <a:r>
              <a:rPr lang="ko-KR" altLang="en-US" sz="1200" dirty="0" smtClean="0"/>
              <a:t>분석 시작 지점</a:t>
            </a:r>
            <a:endParaRPr lang="en-US" altLang="ko-KR" sz="1200" dirty="0" smtClean="0"/>
          </a:p>
          <a:p>
            <a:r>
              <a:rPr lang="en-US" altLang="ko-KR" sz="1200" dirty="0" smtClean="0"/>
              <a:t>C: </a:t>
            </a:r>
            <a:r>
              <a:rPr lang="ko-KR" altLang="en-US" sz="1200" dirty="0" smtClean="0"/>
              <a:t>분석 종료 지점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ko-KR" sz="1200" dirty="0" smtClean="0">
                <a:solidFill>
                  <a:srgbClr val="FF0000"/>
                </a:solidFill>
              </a:rPr>
              <a:t>☞</a:t>
            </a:r>
            <a:r>
              <a:rPr lang="en-US" altLang="ko-KR" sz="1200" dirty="0" smtClean="0">
                <a:solidFill>
                  <a:srgbClr val="FF0000"/>
                </a:solidFill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</a:rPr>
              <a:t>측정 시작 지점과 분석 시작 지점이 다른 이유</a:t>
            </a:r>
            <a:r>
              <a:rPr lang="en-US" altLang="ko-KR" sz="1200" dirty="0" smtClean="0">
                <a:solidFill>
                  <a:srgbClr val="FF0000"/>
                </a:solidFill>
              </a:rPr>
              <a:t>: </a:t>
            </a:r>
            <a:r>
              <a:rPr lang="ko-KR" altLang="en-US" sz="1200" dirty="0" smtClean="0">
                <a:solidFill>
                  <a:srgbClr val="FF0000"/>
                </a:solidFill>
              </a:rPr>
              <a:t>본 실험은 등가속도 운동을 여러 인터페이스를 통해 측정하고 비교하는 실험이다</a:t>
            </a:r>
            <a:r>
              <a:rPr lang="en-US" altLang="ko-KR" sz="1200" dirty="0" smtClean="0">
                <a:solidFill>
                  <a:srgbClr val="FF0000"/>
                </a:solidFill>
              </a:rPr>
              <a:t>. </a:t>
            </a:r>
            <a:r>
              <a:rPr lang="ko-KR" altLang="en-US" sz="1200" dirty="0" smtClean="0">
                <a:solidFill>
                  <a:srgbClr val="FF0000"/>
                </a:solidFill>
              </a:rPr>
              <a:t>측정 시작 지점에서는 손으로 글라이더를 놓는 지점이므로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손떨림과</a:t>
            </a:r>
            <a:r>
              <a:rPr lang="ko-KR" altLang="en-US" sz="1200" dirty="0" smtClean="0">
                <a:solidFill>
                  <a:srgbClr val="FF0000"/>
                </a:solidFill>
              </a:rPr>
              <a:t> 같은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오차요인이</a:t>
            </a:r>
            <a:r>
              <a:rPr lang="ko-KR" altLang="en-US" sz="1200" dirty="0" smtClean="0">
                <a:solidFill>
                  <a:srgbClr val="FF0000"/>
                </a:solidFill>
              </a:rPr>
              <a:t> 들어가기 쉽다</a:t>
            </a:r>
            <a:r>
              <a:rPr lang="en-US" altLang="ko-KR" sz="1200" dirty="0" smtClean="0">
                <a:solidFill>
                  <a:srgbClr val="FF0000"/>
                </a:solidFill>
              </a:rPr>
              <a:t>. </a:t>
            </a:r>
            <a:r>
              <a:rPr lang="ko-KR" altLang="en-US" sz="1200" dirty="0" smtClean="0">
                <a:solidFill>
                  <a:srgbClr val="FF0000"/>
                </a:solidFill>
              </a:rPr>
              <a:t>따라서 측정된 데이터 중 </a:t>
            </a:r>
            <a:r>
              <a:rPr lang="en-US" altLang="ko-KR" sz="1200" dirty="0" smtClean="0">
                <a:solidFill>
                  <a:srgbClr val="FF0000"/>
                </a:solidFill>
              </a:rPr>
              <a:t>B~C</a:t>
            </a:r>
            <a:r>
              <a:rPr lang="ko-KR" altLang="en-US" sz="1200" dirty="0" smtClean="0">
                <a:solidFill>
                  <a:srgbClr val="FF0000"/>
                </a:solidFill>
              </a:rPr>
              <a:t>구간의 데이터만 잘라서 분석한다</a:t>
            </a:r>
            <a:r>
              <a:rPr lang="en-US" altLang="ko-KR" sz="1200" dirty="0" smtClean="0">
                <a:solidFill>
                  <a:srgbClr val="FF0000"/>
                </a:solidFill>
              </a:rPr>
              <a:t>.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0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일반물리실험</dc:creator>
  <cp:lastModifiedBy>일반물리실험</cp:lastModifiedBy>
  <cp:revision>1</cp:revision>
  <dcterms:created xsi:type="dcterms:W3CDTF">2020-03-29T09:08:28Z</dcterms:created>
  <dcterms:modified xsi:type="dcterms:W3CDTF">2020-03-29T09:09:15Z</dcterms:modified>
</cp:coreProperties>
</file>